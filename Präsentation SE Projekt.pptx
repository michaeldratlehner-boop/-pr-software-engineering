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>
        <p:scale>
          <a:sx n="116" d="100"/>
          <a:sy n="116" d="100"/>
        </p:scale>
        <p:origin x="102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3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27.10.2025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27.10.2025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9" y="1571812"/>
            <a:ext cx="711813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5091"/>
            <a:ext cx="1932056" cy="1367992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56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0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T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7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26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5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SOW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8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5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6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48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M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8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3" y="6351235"/>
            <a:ext cx="2717806" cy="320399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0" r:id="rId2"/>
    <p:sldLayoutId id="2147483683" r:id="rId3"/>
    <p:sldLayoutId id="2147483669" r:id="rId4"/>
    <p:sldLayoutId id="2147483670" r:id="rId5"/>
    <p:sldLayoutId id="2147483666" r:id="rId6"/>
    <p:sldLayoutId id="2147483677" r:id="rId7"/>
    <p:sldLayoutId id="2147483662" r:id="rId8"/>
    <p:sldLayoutId id="2147483664" r:id="rId9"/>
    <p:sldLayoutId id="2147483671" r:id="rId10"/>
    <p:sldLayoutId id="2147483672" r:id="rId11"/>
    <p:sldLayoutId id="2147483673" r:id="rId12"/>
    <p:sldLayoutId id="2147483675" r:id="rId13"/>
    <p:sldLayoutId id="2147483674" r:id="rId14"/>
    <p:sldLayoutId id="2147483678" r:id="rId15"/>
    <p:sldLayoutId id="2147483679" r:id="rId16"/>
    <p:sldLayoutId id="2147483681" r:id="rId17"/>
    <p:sldLayoutId id="2147483682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</p:sldLayoutIdLst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850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13AFAC5-D8E8-41C9-B023-C5D9AC48FD0E}" vid="{FA9F25FB-E87D-4462-AB13-B746242A0510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JKU_Praesentation_DE_16_9_2020_01_1_ (1)</Template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Arial Black</vt:lpstr>
      <vt:lpstr>Wingdings</vt:lpstr>
      <vt:lpstr>Wingdings 2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Dratlehner</dc:creator>
  <cp:lastModifiedBy>Michael Dratlehner</cp:lastModifiedBy>
  <cp:revision>1</cp:revision>
  <cp:lastPrinted>2015-10-19T12:36:16Z</cp:lastPrinted>
  <dcterms:created xsi:type="dcterms:W3CDTF">2025-10-27T20:27:44Z</dcterms:created>
  <dcterms:modified xsi:type="dcterms:W3CDTF">2025-10-27T20:28:13Z</dcterms:modified>
</cp:coreProperties>
</file>