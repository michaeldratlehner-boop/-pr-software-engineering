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85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3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06.11.2025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06.11.2025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39" y="1571812"/>
            <a:ext cx="7118139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4" y="555091"/>
            <a:ext cx="1932056" cy="1367992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56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0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T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27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267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51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SOW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3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08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5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6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57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48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M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184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30" name="Grafik 29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3" y="6351235"/>
            <a:ext cx="2717806" cy="320399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0" r:id="rId2"/>
    <p:sldLayoutId id="2147483683" r:id="rId3"/>
    <p:sldLayoutId id="2147483669" r:id="rId4"/>
    <p:sldLayoutId id="2147483670" r:id="rId5"/>
    <p:sldLayoutId id="2147483666" r:id="rId6"/>
    <p:sldLayoutId id="2147483677" r:id="rId7"/>
    <p:sldLayoutId id="2147483662" r:id="rId8"/>
    <p:sldLayoutId id="2147483664" r:id="rId9"/>
    <p:sldLayoutId id="2147483671" r:id="rId10"/>
    <p:sldLayoutId id="2147483672" r:id="rId11"/>
    <p:sldLayoutId id="2147483673" r:id="rId12"/>
    <p:sldLayoutId id="2147483675" r:id="rId13"/>
    <p:sldLayoutId id="2147483674" r:id="rId14"/>
    <p:sldLayoutId id="2147483678" r:id="rId15"/>
    <p:sldLayoutId id="2147483679" r:id="rId16"/>
    <p:sldLayoutId id="2147483681" r:id="rId17"/>
    <p:sldLayoutId id="2147483682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</p:sldLayoutIdLst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ser/projekt.git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850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0EA546D-1039-E883-1B20-18A8BA23FC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Dratlehner</a:t>
            </a:r>
            <a:r>
              <a:rPr lang="en-GB" dirty="0"/>
              <a:t> Michael, Traxler Paul, </a:t>
            </a:r>
            <a:r>
              <a:rPr lang="en-GB" dirty="0" err="1"/>
              <a:t>Tröbinger</a:t>
            </a:r>
            <a:r>
              <a:rPr lang="en-GB" dirty="0"/>
              <a:t> Felician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673E5A-79A0-8B4D-D1E4-38A0BFF3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Meilenstein</a:t>
            </a:r>
            <a:r>
              <a:rPr lang="en-GB" dirty="0"/>
              <a:t> 0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045903F-D61C-5987-453C-E6CBA84270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6E9D7F-1A97-ADB6-303B-5698E16B91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56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EC1DE0F-1326-631B-B01E-234795B0CD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Dratlehner Michael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A4C479-F68D-C331-AC01-7AE1CA87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Sourcecodeverwaltung</a:t>
            </a:r>
            <a:r>
              <a:rPr lang="en-GB" dirty="0"/>
              <a:t> per </a:t>
            </a:r>
            <a:r>
              <a:rPr lang="en-GB" dirty="0" err="1"/>
              <a:t>Github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7166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EE0F3-2970-D53E-C618-3A8C36994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Grundlagen von </a:t>
            </a:r>
            <a:r>
              <a:rPr lang="de-DE" dirty="0" err="1"/>
              <a:t>Git</a:t>
            </a:r>
            <a:r>
              <a:rPr lang="de-DE" dirty="0"/>
              <a:t> und GitHub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06A779-EE43-B3FB-536C-A92CBE6AFF5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CF18308-EC54-6A8E-1729-216311313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Versionsverwaltungssystem für Quellcode</a:t>
            </a:r>
          </a:p>
          <a:p>
            <a:r>
              <a:rPr lang="de-DE" dirty="0" err="1"/>
              <a:t>Git</a:t>
            </a:r>
            <a:r>
              <a:rPr lang="de-DE" dirty="0"/>
              <a:t> = lokal, GitHub = cloudbasierte Plattform</a:t>
            </a:r>
          </a:p>
          <a:p>
            <a:r>
              <a:rPr lang="de-DE" dirty="0"/>
              <a:t>Vorteile:</a:t>
            </a:r>
          </a:p>
          <a:p>
            <a:pPr lvl="1"/>
            <a:r>
              <a:rPr lang="de-DE" dirty="0"/>
              <a:t>Nachvollziehbarkeit von Änderungen</a:t>
            </a:r>
          </a:p>
          <a:p>
            <a:pPr lvl="1"/>
            <a:r>
              <a:rPr lang="de-DE" dirty="0"/>
              <a:t>Paralleles Arbeiten mehrerer Entwickler</a:t>
            </a:r>
          </a:p>
          <a:p>
            <a:pPr lvl="1"/>
            <a:r>
              <a:rPr lang="de-DE" dirty="0"/>
              <a:t>Rückverfolgbarkeit bei Fehlern</a:t>
            </a:r>
          </a:p>
        </p:txBody>
      </p:sp>
    </p:spTree>
    <p:extLst>
      <p:ext uri="{BB962C8B-B14F-4D97-AF65-F5344CB8AC3E}">
        <p14:creationId xmlns:p14="http://schemas.microsoft.com/office/powerpoint/2010/main" val="2566892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90E2-4FE1-469E-9112-746991C1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1218D8-54C4-5C50-BA2E-7BAA39D7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Checkout</a:t>
            </a:r>
            <a:r>
              <a:rPr lang="de-DE" dirty="0"/>
              <a:t> / Clone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FE23FD-0ABE-D300-1A09-CA6459921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Checkout</a:t>
            </a:r>
            <a:r>
              <a:rPr lang="de-DE" dirty="0"/>
              <a:t>: Wechseln zwischen Versionen oder </a:t>
            </a:r>
            <a:r>
              <a:rPr lang="de-DE" dirty="0" err="1"/>
              <a:t>Branches</a:t>
            </a:r>
            <a:endParaRPr lang="de-DE" dirty="0"/>
          </a:p>
          <a:p>
            <a:r>
              <a:rPr lang="de-DE" dirty="0"/>
              <a:t>Clone: Erstellen einer lokalen Kopie eines GitHub-</a:t>
            </a:r>
            <a:r>
              <a:rPr lang="de-DE" dirty="0" err="1"/>
              <a:t>Repositories</a:t>
            </a:r>
            <a:endParaRPr lang="de-DE" dirty="0"/>
          </a:p>
          <a:p>
            <a:r>
              <a:rPr lang="de-DE" dirty="0"/>
              <a:t>Beispiel:</a:t>
            </a:r>
          </a:p>
          <a:p>
            <a:pPr lvl="1"/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clone</a:t>
            </a:r>
            <a:r>
              <a:rPr lang="de-DE" dirty="0"/>
              <a:t> </a:t>
            </a:r>
            <a:r>
              <a:rPr lang="de-DE" dirty="0">
                <a:hlinkClick r:id="rId2"/>
              </a:rPr>
              <a:t>https://github.com/user/projekt.git</a:t>
            </a:r>
            <a:endParaRPr lang="de-DE" dirty="0"/>
          </a:p>
          <a:p>
            <a:r>
              <a:rPr lang="de-DE" dirty="0"/>
              <a:t>Durchführung möglich über:</a:t>
            </a:r>
          </a:p>
          <a:p>
            <a:pPr lvl="1"/>
            <a:r>
              <a:rPr lang="de-DE" dirty="0"/>
              <a:t>IDE (z. B. </a:t>
            </a:r>
            <a:r>
              <a:rPr lang="de-DE" dirty="0" err="1"/>
              <a:t>IntelliJ</a:t>
            </a:r>
            <a:r>
              <a:rPr lang="de-DE" dirty="0"/>
              <a:t>, </a:t>
            </a:r>
            <a:r>
              <a:rPr lang="de-DE" dirty="0" err="1"/>
              <a:t>Eclipse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Kommandozeile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4BE4E7-02FD-1EE8-3FA1-3E45BD3F26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227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4DDF4-AD5A-44E5-0785-3CAED1A56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3A9EA6-D4A3-4A85-5BF3-A23F7C1A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Commit und Push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5BAD59-7632-6B8C-DC4A-A2AD2BBA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Commit: Speichert lokale Änderungen mit Beschreibung</a:t>
            </a:r>
          </a:p>
          <a:p>
            <a:pPr lvl="1"/>
            <a:r>
              <a:rPr lang="de-DE" dirty="0"/>
              <a:t>z. B.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commit</a:t>
            </a:r>
            <a:r>
              <a:rPr lang="de-DE" dirty="0"/>
              <a:t> -m "Fix Login-Button (#12)„</a:t>
            </a:r>
          </a:p>
          <a:p>
            <a:r>
              <a:rPr lang="de-DE" dirty="0"/>
              <a:t>Push: Überträgt lokale </a:t>
            </a:r>
            <a:r>
              <a:rPr lang="de-DE" dirty="0" err="1"/>
              <a:t>Commits</a:t>
            </a:r>
            <a:r>
              <a:rPr lang="de-DE" dirty="0"/>
              <a:t> ins zentrale Repository</a:t>
            </a:r>
          </a:p>
          <a:p>
            <a:r>
              <a:rPr lang="de-DE" dirty="0"/>
              <a:t>Gute Commit-Messages:</a:t>
            </a:r>
          </a:p>
          <a:p>
            <a:pPr lvl="1"/>
            <a:r>
              <a:rPr lang="de-DE" dirty="0"/>
              <a:t>Kurz, präzise, referenzieren Tasks oder User Stories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F3C6A4-2F29-4217-6673-18F0A3C295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106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D33F-B838-1CF3-BB24-7C0162E6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2AABF1-810C-1BCA-B4C9-FEFB4F0F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Referenzen auf </a:t>
            </a:r>
            <a:r>
              <a:rPr lang="de-DE" dirty="0" err="1"/>
              <a:t>Requirements</a:t>
            </a:r>
            <a:r>
              <a:rPr lang="de-DE" dirty="0"/>
              <a:t>, User Stories und 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11D38F-9F8E-13F6-D560-E9FC0213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Jeder Commit sollte nachvollziehbar auf Anforderungen verweisen</a:t>
            </a:r>
          </a:p>
          <a:p>
            <a:r>
              <a:rPr lang="de-DE" dirty="0"/>
              <a:t>Syntax-Beispiele:</a:t>
            </a:r>
          </a:p>
          <a:p>
            <a:pPr lvl="1"/>
            <a:r>
              <a:rPr lang="de-DE" dirty="0"/>
              <a:t>#12 → verweist auf </a:t>
            </a:r>
            <a:r>
              <a:rPr lang="de-DE" dirty="0" err="1"/>
              <a:t>Issue</a:t>
            </a:r>
            <a:r>
              <a:rPr lang="de-DE" dirty="0"/>
              <a:t> 12</a:t>
            </a:r>
          </a:p>
          <a:p>
            <a:pPr lvl="1"/>
            <a:r>
              <a:rPr lang="de-DE" dirty="0"/>
              <a:t>US-5 → verweist auf User Story 5</a:t>
            </a:r>
          </a:p>
          <a:p>
            <a:r>
              <a:rPr lang="de-DE" dirty="0"/>
              <a:t>Nutzen:</a:t>
            </a:r>
          </a:p>
          <a:p>
            <a:pPr lvl="1"/>
            <a:r>
              <a:rPr lang="de-DE" dirty="0"/>
              <a:t>Rückverfolgbarkeit von Code zu Anforderungen</a:t>
            </a:r>
          </a:p>
          <a:p>
            <a:pPr lvl="1"/>
            <a:r>
              <a:rPr lang="de-DE" dirty="0"/>
              <a:t>Unterstützung im Projektmanagement (z. B. Jira, GitHub </a:t>
            </a:r>
            <a:r>
              <a:rPr lang="de-DE" dirty="0" err="1"/>
              <a:t>Issues</a:t>
            </a:r>
            <a:r>
              <a:rPr lang="de-DE" dirty="0"/>
              <a:t>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36C086-798B-1459-0F7E-6D6E7093E96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3456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1E78A-7ECB-869C-D5FB-32571ED6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189A85-9F3D-D7A0-275B-B554A4BE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Branching</a:t>
            </a:r>
            <a:r>
              <a:rPr lang="de-DE" dirty="0"/>
              <a:t> (Feature-</a:t>
            </a:r>
            <a:r>
              <a:rPr lang="de-DE" dirty="0" err="1"/>
              <a:t>Branches</a:t>
            </a:r>
            <a:r>
              <a:rPr lang="de-DE" dirty="0"/>
              <a:t>, Bugfixes)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6BD202-B768-D8C5-A428-2E02E73A8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Branch = unabhängiger Entwicklungszweig</a:t>
            </a:r>
          </a:p>
          <a:p>
            <a:r>
              <a:rPr lang="de-DE" dirty="0"/>
              <a:t>Namenskonventionen:</a:t>
            </a:r>
          </a:p>
          <a:p>
            <a:pPr lvl="1"/>
            <a:r>
              <a:rPr lang="de-DE" dirty="0"/>
              <a:t>feature/</a:t>
            </a:r>
            <a:r>
              <a:rPr lang="de-DE" dirty="0" err="1"/>
              <a:t>login</a:t>
            </a:r>
            <a:r>
              <a:rPr lang="de-DE" dirty="0"/>
              <a:t>-page</a:t>
            </a:r>
          </a:p>
          <a:p>
            <a:pPr lvl="1"/>
            <a:r>
              <a:rPr lang="de-DE" dirty="0" err="1"/>
              <a:t>bugfix</a:t>
            </a:r>
            <a:r>
              <a:rPr lang="de-DE" dirty="0"/>
              <a:t>/crash-on-start</a:t>
            </a:r>
          </a:p>
          <a:p>
            <a:r>
              <a:rPr lang="de-DE" dirty="0"/>
              <a:t>Vorteile:</a:t>
            </a:r>
          </a:p>
          <a:p>
            <a:pPr lvl="1"/>
            <a:r>
              <a:rPr lang="de-DE" dirty="0"/>
              <a:t>Parallele Entwicklung ohne Beeinflussung des Hauptcodes</a:t>
            </a:r>
          </a:p>
          <a:p>
            <a:pPr lvl="1"/>
            <a:r>
              <a:rPr lang="de-DE" dirty="0"/>
              <a:t>Getrennte Bearbeitung von Features und Bugs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CA5F70-8CDF-264D-2778-B2633F27A1D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597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62DF4-EED2-9F6A-CA66-33C18EBC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9ECE14-B4B5-34CE-88BF-47D622D2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Merge</a:t>
            </a:r>
            <a:r>
              <a:rPr lang="de-DE" dirty="0"/>
              <a:t> und Konfliktlösung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5BB825-53B2-AD7F-C105-52F5C6972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Merge</a:t>
            </a:r>
            <a:r>
              <a:rPr lang="de-DE" dirty="0"/>
              <a:t>: Zusammenführen eines </a:t>
            </a:r>
            <a:r>
              <a:rPr lang="de-DE" dirty="0" err="1"/>
              <a:t>Branches</a:t>
            </a:r>
            <a:r>
              <a:rPr lang="de-DE" dirty="0"/>
              <a:t> in den Hauptzweig</a:t>
            </a:r>
          </a:p>
          <a:p>
            <a:r>
              <a:rPr lang="de-DE" dirty="0"/>
              <a:t>Konflikte entstehen, wenn:</a:t>
            </a:r>
          </a:p>
          <a:p>
            <a:pPr lvl="1"/>
            <a:r>
              <a:rPr lang="de-DE" dirty="0"/>
              <a:t>Zwei Personen dieselbe Datei/Zeile bearbeiten</a:t>
            </a:r>
          </a:p>
          <a:p>
            <a:r>
              <a:rPr lang="de-DE" dirty="0"/>
              <a:t>Konfliktlösung:</a:t>
            </a:r>
          </a:p>
          <a:p>
            <a:pPr lvl="1"/>
            <a:r>
              <a:rPr lang="de-DE" dirty="0"/>
              <a:t>Manuell in IDE oder </a:t>
            </a:r>
            <a:r>
              <a:rPr lang="de-DE" dirty="0" err="1"/>
              <a:t>Git</a:t>
            </a:r>
            <a:r>
              <a:rPr lang="de-DE" dirty="0"/>
              <a:t>-Tool</a:t>
            </a:r>
          </a:p>
          <a:p>
            <a:pPr lvl="1"/>
            <a:r>
              <a:rPr lang="de-DE" dirty="0"/>
              <a:t>Entscheidung, welche Änderung übernommen wird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3C940C-1C65-6AF3-3210-F175E93DC7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845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46C4E-8F3D-8C6E-5927-1792C2122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62FAE0-0777-5446-BE00-44BD138E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Pull </a:t>
            </a:r>
            <a:r>
              <a:rPr lang="de-DE" dirty="0" err="1"/>
              <a:t>Requests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CA615D-365C-9880-6CC9-BFA08F85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Anfrage zum Zusammenführen eines </a:t>
            </a:r>
            <a:r>
              <a:rPr lang="de-DE" dirty="0" err="1"/>
              <a:t>Branches</a:t>
            </a:r>
            <a:r>
              <a:rPr lang="de-DE" dirty="0"/>
              <a:t> (</a:t>
            </a:r>
            <a:r>
              <a:rPr lang="de-DE" dirty="0" err="1"/>
              <a:t>Merge</a:t>
            </a:r>
            <a:r>
              <a:rPr lang="de-DE" dirty="0"/>
              <a:t> Request)</a:t>
            </a:r>
          </a:p>
          <a:p>
            <a:r>
              <a:rPr lang="de-DE" dirty="0"/>
              <a:t>Schritte:</a:t>
            </a:r>
          </a:p>
          <a:p>
            <a:pPr lvl="1"/>
            <a:r>
              <a:rPr lang="de-DE" dirty="0"/>
              <a:t>Codeänderungen hochladen</a:t>
            </a:r>
          </a:p>
          <a:p>
            <a:pPr lvl="1"/>
            <a:r>
              <a:rPr lang="de-DE" dirty="0"/>
              <a:t>Review durch Teammitglieder</a:t>
            </a:r>
          </a:p>
          <a:p>
            <a:pPr lvl="1"/>
            <a:r>
              <a:rPr lang="de-DE" dirty="0"/>
              <a:t>Diskussion und Anpassungen</a:t>
            </a:r>
          </a:p>
          <a:p>
            <a:r>
              <a:rPr lang="de-DE" dirty="0"/>
              <a:t>Vorteile:</a:t>
            </a:r>
          </a:p>
          <a:p>
            <a:pPr lvl="1"/>
            <a:r>
              <a:rPr lang="de-DE" dirty="0"/>
              <a:t>Codequalität sichern</a:t>
            </a:r>
          </a:p>
          <a:p>
            <a:pPr lvl="1"/>
            <a:r>
              <a:rPr lang="de-DE" dirty="0"/>
              <a:t>Wissenstransfer im Team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ED6BE2E-D4C9-825D-9BE8-4226D18E41F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211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A0C9-6863-4237-FFC6-43CCB70F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34D87-755B-3FED-2C0A-1574902A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Typischer GitHub-Workflow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9C2E6A-718C-4410-1DC5-F79E92163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 err="1"/>
              <a:t>Issue</a:t>
            </a:r>
            <a:r>
              <a:rPr lang="de-DE" dirty="0"/>
              <a:t> oder Bug erstellen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Branch anlegen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Änderungen entwickeln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Commit &amp; Push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Pull Request stellen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Review &amp; </a:t>
            </a:r>
            <a:r>
              <a:rPr lang="de-DE" dirty="0" err="1"/>
              <a:t>Merge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Branch löschen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8DC6B9-835A-1FC1-6E95-A63985D8761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5070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13AFAC5-D8E8-41C9-B023-C5D9AC48FD0E}" vid="{FA9F25FB-E87D-4462-AB13-B746242A0510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JKU_Praesentation_DE_16_9_2020_01_1_ (1)</Template>
  <TotalTime>0</TotalTime>
  <Words>303</Words>
  <Application>Microsoft Office PowerPoint</Application>
  <PresentationFormat>Breitbild</PresentationFormat>
  <Paragraphs>65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Wingdings</vt:lpstr>
      <vt:lpstr>Wingdings 2</vt:lpstr>
      <vt:lpstr>Office</vt:lpstr>
      <vt:lpstr>PowerPoint-Präsentation</vt:lpstr>
      <vt:lpstr>Meilenstein 0</vt:lpstr>
      <vt:lpstr>Sourcecodeverwaltung per Github</vt:lpstr>
      <vt:lpstr>Grundlagen von Git und GitHub</vt:lpstr>
      <vt:lpstr>Checkout / Clone</vt:lpstr>
      <vt:lpstr>Commit und Push</vt:lpstr>
      <vt:lpstr>Referenzen auf Requirements, User Stories und Tasks</vt:lpstr>
      <vt:lpstr>Branching (Feature-Branches, Bugfixes)</vt:lpstr>
      <vt:lpstr>Merge und Konfliktlösung</vt:lpstr>
      <vt:lpstr>Pull Requests</vt:lpstr>
      <vt:lpstr>Typischer GitHub-Workflow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Dratlehner</dc:creator>
  <cp:lastModifiedBy>DRATLEHNER Michael (RSG)</cp:lastModifiedBy>
  <cp:revision>5</cp:revision>
  <cp:lastPrinted>2015-10-19T12:36:16Z</cp:lastPrinted>
  <dcterms:created xsi:type="dcterms:W3CDTF">2025-10-27T20:27:44Z</dcterms:created>
  <dcterms:modified xsi:type="dcterms:W3CDTF">2025-11-06T12:51:01Z</dcterms:modified>
</cp:coreProperties>
</file>